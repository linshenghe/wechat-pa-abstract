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33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0889E-EFF2-684A-A025-A7AFB36F04B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8B6A6-C0F5-2043-896E-DFDD757975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7967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6FE74-A8C5-94FC-7D39-6886EF81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8989BF-B776-3FFD-D667-49A0FABFE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8F3927-B578-EA25-C537-2006D3FC2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7DF24C-79BA-399B-7BB9-C998D50D1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38F37-ADF5-0140-BA73-F13594E137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943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92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60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40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16699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8276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3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5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5/20/26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71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51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13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18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9DD65-BB09-2A78-3647-E17D01DE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530D-38FF-EE8C-138A-48D08044C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109" y="1524000"/>
            <a:ext cx="10183091" cy="2701636"/>
          </a:xfrm>
        </p:spPr>
        <p:txBody>
          <a:bodyPr>
            <a:noAutofit/>
          </a:bodyPr>
          <a:lstStyle/>
          <a:p>
            <a:pPr algn="ctr">
              <a:lnSpc>
                <a:spcPct val="200000"/>
              </a:lnSpc>
            </a:pP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3ABEE5-02C2-9DCD-5A3E-FE7F868E39EC}"/>
              </a:ext>
            </a:extLst>
          </p:cNvPr>
          <p:cNvSpPr txBox="1"/>
          <p:nvPr/>
        </p:nvSpPr>
        <p:spPr>
          <a:xfrm>
            <a:off x="10046525" y="47382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234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宽屏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Calibri</vt:lpstr>
      <vt:lpstr>Georgia</vt:lpstr>
      <vt:lpstr>Rockwell Extra Bold</vt:lpstr>
      <vt:lpstr>Trebuchet MS</vt:lpstr>
      <vt:lpstr>Wingdings</vt:lpstr>
      <vt:lpstr>Wood Type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LinSheng He</dc:creator>
  <cp:lastModifiedBy>LinSheng He</cp:lastModifiedBy>
  <cp:revision>1</cp:revision>
  <dcterms:created xsi:type="dcterms:W3CDTF">2026-05-20T13:42:56Z</dcterms:created>
  <dcterms:modified xsi:type="dcterms:W3CDTF">2026-05-20T13:43:53Z</dcterms:modified>
</cp:coreProperties>
</file>